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Hook: We stop attaching behavior to objects. We reconstruct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tension: all systems struggle with coupling vs flexibility.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idea: nothing owns behavior anymore.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intrusive list → no central authority.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Important: total possibility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constrain visibility, not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big moment. No lookup. No search. Resolution emerges.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Repeat slowly. This is the paradigm 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the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Important: concurrency killer.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philosophical 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becomes coordinate.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Generalization: unlimited axes.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what users 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demo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Performance angle.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and engage.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CRG — Capability Reconstruction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Emergence over Mutation</a:t>
            </a:r>
          </a:p>
          <a:p>
            <a:pPr/>
            <a:r>
              <a:t>Cyril Tissier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OOP → rigid coupling</a:t>
            </a:r>
          </a:p>
          <a:p>
            <a:pPr/>
            <a:r>
              <a:t>ECS → orchestration complexity</a:t>
            </a:r>
          </a:p>
          <a:p>
            <a:pPr/>
            <a:r>
              <a:t>Global state → threading issues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Shift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Identity is a coordinate</a:t>
            </a:r>
          </a:p>
          <a:p>
            <a:pPr/>
            <a:r>
              <a:t>Behavior is reconstructed</a:t>
            </a:r>
          </a:p>
          <a:p>
            <a:pPr/>
            <a:r>
              <a:t>System = observation space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Emergent Structure (Stages 0–3)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registry</a:t>
            </a:r>
          </a:p>
          <a:p>
            <a:pPr/>
            <a:r>
              <a:t>No container</a:t>
            </a:r>
          </a:p>
          <a:p>
            <a:pPr/>
            <a:r>
              <a:t>Structure emerges from linking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Behavior Space (Stage 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 behavior graph</a:t>
            </a:r>
          </a:p>
          <a:p>
            <a:pPr/>
            <a:r>
              <a:t>Everything exists</a:t>
            </a:r>
          </a:p>
          <a:p>
            <a:pPr/>
            <a:r>
              <a:t>Nothing is selected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Projection (Stage 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Compile-time filtering</a:t>
            </a:r>
          </a:p>
          <a:p>
            <a:pPr/>
            <a:r>
              <a:t>No mutation</a:t>
            </a:r>
          </a:p>
          <a:p>
            <a:pPr/>
            <a:r>
              <a:t>No duplication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🔥 Fusion (Stage 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Identity + Projection + Graph</a:t>
            </a:r>
          </a:p>
          <a:p>
            <a:pPr/>
            <a:r>
              <a:t>→ EXACTLY ONE capability</a:t>
            </a:r>
          </a:p>
          <a:p>
            <a:pPr/>
            <a:r>
              <a:t>Deterministic reconstruction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Fusion Mental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Capability = f(identity, projection, graph)</a:t>
            </a:r>
          </a:p>
          <a:p>
            <a:pPr/>
            <a:r>
              <a:t>No storage</a:t>
            </a:r>
          </a:p>
          <a:p>
            <a:pPr/>
            <a:r>
              <a:t>No ownership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Trap (Stage 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Scoped activation</a:t>
            </a:r>
          </a:p>
          <a:p>
            <a:pPr/>
            <a:r>
              <a:t>RAII-based registration</a:t>
            </a:r>
          </a:p>
          <a:p>
            <a:pPr/>
            <a:r>
              <a:t>Looks correct… but isn’t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Breaks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Mutates global graph</a:t>
            </a:r>
          </a:p>
          <a:p>
            <a:pPr/>
            <a:r>
              <a:t>Race conditions</a:t>
            </a:r>
          </a:p>
          <a:p>
            <a:pPr/>
            <a:r>
              <a:t>Traversal inconsistency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Pivot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Stop mutating</a:t>
            </a:r>
          </a:p>
          <a:p>
            <a:pPr/>
            <a:r>
              <a:t>Start observing</a:t>
            </a:r>
          </a:p>
          <a:p>
            <a:pPr/>
            <a:r>
              <a:t>Change coordinates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Temporal Axis (Stage 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Time dimension</a:t>
            </a:r>
          </a:p>
          <a:p>
            <a:pPr/>
            <a:r>
              <a:t>No mutation</a:t>
            </a:r>
          </a:p>
          <a:p>
            <a:pPr/>
            <a:r>
              <a:t>Pure selection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N-Dimensional Space (Stage 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State</a:t>
            </a:r>
          </a:p>
          <a:p>
            <a:pPr/>
            <a:r>
              <a:t>Zone</a:t>
            </a:r>
          </a:p>
          <a:p>
            <a:pPr/>
            <a:r>
              <a:t>Authority</a:t>
            </a:r>
          </a:p>
          <a:p>
            <a:pPr/>
            <a:r>
              <a:t>Security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Resolution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resolver.at(identity, axes...)</a:t>
            </a:r>
          </a:p>
          <a:p>
            <a:pPr/>
            <a:r>
              <a:t>Compile-time safe</a:t>
            </a:r>
          </a:p>
          <a:p>
            <a:pPr/>
            <a:r>
              <a:t>Zero allocation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Same object</a:t>
            </a:r>
          </a:p>
          <a:p>
            <a:pPr/>
            <a:r>
              <a:t>Different coordinates</a:t>
            </a:r>
          </a:p>
          <a:p>
            <a:pPr/>
            <a:r>
              <a:t>Different capability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Zero allocation (SBO)</a:t>
            </a:r>
          </a:p>
          <a:p>
            <a:pPr/>
            <a:r>
              <a:t>Thread-safe</a:t>
            </a:r>
          </a:p>
          <a:p>
            <a:pPr/>
            <a:r>
              <a:t>Fully decoupled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Behavior is not stored</a:t>
            </a:r>
          </a:p>
          <a:p>
            <a:pPr/>
            <a:r>
              <a:t>It is reconstructed</a:t>
            </a:r>
          </a:p>
          <a:p>
            <a:pPr/>
            <a:r>
              <a:t>Architecture = projection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Cyril Tissier</a:t>
            </a:r>
          </a:p>
          <a:p>
            <a:pPr/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